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843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WILL YOUR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DIE?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FAILURE. PREVENT THE COST.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AROA XINPING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drive fails. Then everything fails.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fails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degrades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06040" y="17373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8892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starts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Surviving drives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stress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failure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03720" y="17373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8660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down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840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$1K – $100K+ / hour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cost depending on the business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7490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120640" y="3840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300,000+ drives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Backblaze alone — industry replaces after failure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you could predict the failure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it happens?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fails at 3 AM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dispatch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risk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22860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29260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flags at-risk drives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replacement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loss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downtime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production data from Backblaze data centers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28M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SMART readings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965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318K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560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drives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1,067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failures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320040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2025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— Mar, 90 days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Asking the right question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LEVEL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28M rows  |  13 GB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0.003% failure rate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"Will today be the day?"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question. Crashes pandas.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846320" y="173736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LEVEL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318K rows  |  32 MB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0.335% failure rate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200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"Will this drive fail?"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question. Fits in memory.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92 raw features to 40 selected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last, max, mean, std, slope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SMART attribute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82880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88920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filter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31089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pairs with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&gt; 0.95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filter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1089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drop features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VIF &gt; 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82880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86600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scaling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1089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— robust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heavy outliers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→ 45 → 40 features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to ensemble — finding the right approach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boundary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balanced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82880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889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balanced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+ SMOTE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before training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82880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8660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correction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weak learners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accuracy: 99.7% accuracy by predicting all healthy — useless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— gradient boosting at scale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PARAMETERS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handles class imbalance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natively — no SMOTE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1206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3774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as scoring metric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folds preserve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ratio in every split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TRADEOFF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vs Precision is a business decision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most failures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false alarms — you replace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healthy drives unnecessarily.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 drive dies unannounced.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82880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12064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false alarms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926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is a real threat — but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failures slip through the net.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failure = cascading data loss.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alarm costs a $30 drive. A missed failure can cost the entire array.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FAILURE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SMART attributes by predictive power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Reallocated Sectors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sectors remapped by the drive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197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286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Sectors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sectors waiting to be fixed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880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187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880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Uncorrectable Errors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errors the drive cannot recover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474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188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3474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Timeout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3474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that took too long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198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4069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Uncorrectable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4069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during offline scans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Slopes (rate of degradation) are more predictive than absolute values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model works in production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runs daily 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SMART readings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drives scored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ranked by urgency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team schedules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window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zero downtime, zero data loss, predictable maintenance costs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1887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GB daily data crashed pandas — solved with polars lazy evaluation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414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148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1488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0.003% daily → 0.335% drive-level — aggregation itself was a major fix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108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redundancy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1089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≈ max ≈ mean for stable values — VIF caught what correlation missed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4141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069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4069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part wasn't the model — it was framing the right prediction question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Multi-quarter training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older quarters, validate on newer — temporal split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17373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7492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factors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workload, rack position — not just SMART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749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probability cutoff for specific business context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32004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7492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pipeline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3749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SMART ingestion with automated alerting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843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WILL YOUR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DIE?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FAILURE. PREVENT THE COST.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AROA XINPING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2026-09-03T09:38:32Z</dcterms:created>
  <dcterms:modified xsi:type="dcterms:W3CDTF">2026-09-03T09:38:32Z</dcterms:modified>
</cp:coreProperties>
</file>